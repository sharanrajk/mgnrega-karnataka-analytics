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MGNREGA Karnataka Analytics - FY 2023-24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KPI Report generated via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summarizes the MGNREGA performance metrics across districts of Karnataka.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KPIs include: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Individuals Worked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Households Worked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Expenditure and Wages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Average Wage Rate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Households Completing 100 Days of Employment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Top 10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Districts</a:t>
            </a:r>
            <a:r>
              <a:rPr dirty="0"/>
              <a:t> - Individuals Worked</a:t>
            </a:r>
          </a:p>
        </p:txBody>
      </p:sp>
      <p:pic>
        <p:nvPicPr>
          <p:cNvPr id="3" name="Picture 2" descr="Total_Individuals_Worked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dirty="0"/>
              <a:t> 10 Districts - Individuals Worked</a:t>
            </a:r>
          </a:p>
        </p:txBody>
      </p:sp>
      <p:pic>
        <p:nvPicPr>
          <p:cNvPr id="3" name="Picture 2" descr="Total_Individuals_Worked_botto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Districts - Households Worked</a:t>
            </a:r>
          </a:p>
        </p:txBody>
      </p:sp>
      <p:pic>
        <p:nvPicPr>
          <p:cNvPr id="3" name="Picture 2" descr="Total_Households_Worked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10 Districts - Households Worked</a:t>
            </a:r>
          </a:p>
        </p:txBody>
      </p:sp>
      <p:pic>
        <p:nvPicPr>
          <p:cNvPr id="3" name="Picture 2" descr="Total_Households_Worked_botto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Districts - Expenditure</a:t>
            </a:r>
          </a:p>
        </p:txBody>
      </p:sp>
      <p:pic>
        <p:nvPicPr>
          <p:cNvPr id="3" name="Picture 2" descr="Total_Exp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10 Districts - Expenditure</a:t>
            </a:r>
          </a:p>
        </p:txBody>
      </p:sp>
      <p:pic>
        <p:nvPicPr>
          <p:cNvPr id="3" name="Picture 2" descr="Total_Exp_botto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Districts - Wages</a:t>
            </a:r>
          </a:p>
        </p:txBody>
      </p:sp>
      <p:pic>
        <p:nvPicPr>
          <p:cNvPr id="3" name="Picture 2" descr="Wages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10 Districts - Wages</a:t>
            </a:r>
          </a:p>
        </p:txBody>
      </p:sp>
      <p:pic>
        <p:nvPicPr>
          <p:cNvPr id="3" name="Picture 2" descr="Wages_botto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Districts - Avg Wage Rate</a:t>
            </a:r>
          </a:p>
        </p:txBody>
      </p:sp>
      <p:pic>
        <p:nvPicPr>
          <p:cNvPr id="3" name="Picture 2" descr="Average_Wage_rate_per_day_per_person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10 Districts - Avg Wage Rate</a:t>
            </a:r>
          </a:p>
        </p:txBody>
      </p:sp>
      <p:pic>
        <p:nvPicPr>
          <p:cNvPr id="3" name="Picture 2" descr="Average_Wage_rate_per_day_per_person_botto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Districts - 100 Days Completed</a:t>
            </a:r>
          </a:p>
        </p:txBody>
      </p:sp>
      <p:pic>
        <p:nvPicPr>
          <p:cNvPr id="3" name="Picture 2" descr="Total_No_of_HHs_completed_100_Days_of_Wage_Employment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10 Districts - 100 Days Completed</a:t>
            </a:r>
          </a:p>
        </p:txBody>
      </p:sp>
      <p:pic>
        <p:nvPicPr>
          <p:cNvPr id="3" name="Picture 2" descr="Total_No_of_HHs_completed_100_Days_of_Wage_Employment_botto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Districts like Belagavi, Ballari, and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Bagalkote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highest participation.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Wage expenditure aligns closely with household engagement.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Need improvement in Bengaluru &amp; Kodagu districts.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Generated by: MGNREGA Analytics Automation 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170</Words>
  <Application>Microsoft Office PowerPoint</Application>
  <PresentationFormat>On-screen Show (4:3)</PresentationFormat>
  <Paragraphs>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MGNREGA Karnataka Analytics - FY 2023-24</vt:lpstr>
      <vt:lpstr>Project Overview</vt:lpstr>
      <vt:lpstr>Top 10 Districts - Individuals Worked</vt:lpstr>
      <vt:lpstr>Bottom 10 Districts - Individuals Worked</vt:lpstr>
      <vt:lpstr>Top 10 Districts - Households Worked</vt:lpstr>
      <vt:lpstr>Bottom 10 Districts - Households Worked</vt:lpstr>
      <vt:lpstr>Top 10 Districts - Expenditure</vt:lpstr>
      <vt:lpstr>Bottom 10 Districts - Expenditure</vt:lpstr>
      <vt:lpstr>Top 10 Districts - Wages</vt:lpstr>
      <vt:lpstr>Bottom 10 Districts - Wages</vt:lpstr>
      <vt:lpstr>Top 10 Districts - Avg Wage Rate</vt:lpstr>
      <vt:lpstr>Bottom 10 Districts - Avg Wage Rate</vt:lpstr>
      <vt:lpstr>Top 10 Districts - 100 Days Completed</vt:lpstr>
      <vt:lpstr>Bottom 10 Districts - 100 Days Completed</vt:lpstr>
      <vt:lpstr>Insights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sharankumar2640@outlook.com</cp:lastModifiedBy>
  <cp:revision>3</cp:revision>
  <dcterms:created xsi:type="dcterms:W3CDTF">2013-01-27T09:14:16Z</dcterms:created>
  <dcterms:modified xsi:type="dcterms:W3CDTF">2025-11-01T08:22:01Z</dcterms:modified>
  <cp:category/>
</cp:coreProperties>
</file>